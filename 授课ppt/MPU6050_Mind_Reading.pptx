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</TotalTime>
  <Words>0</Words>
  <Application>Microsoft Office PowerPoint</Application>
  <PresentationFormat>自定义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友逸 周</cp:lastModifiedBy>
  <cp:revision>1</cp:revision>
  <dcterms:created xsi:type="dcterms:W3CDTF">2026-01-23T15:10:14Z</dcterms:created>
  <dcterms:modified xsi:type="dcterms:W3CDTF">2026-01-24T03:41:23Z</dcterms:modified>
</cp:coreProperties>
</file>